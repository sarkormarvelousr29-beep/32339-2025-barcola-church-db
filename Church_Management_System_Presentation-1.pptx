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Church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DPR400210 – Database Programming with Oracle Database</a:t>
            </a:r>
          </a:p>
          <a:p>
            <a:r>
              <a:t>Student: Marvelous R Sarkor</a:t>
            </a:r>
          </a:p>
          <a:p>
            <a:r>
              <a:t>Reg No: 32339/2025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Church database for managing members, ministries, events, attendance and donations.</a:t>
            </a:r>
          </a:p>
          <a:p>
            <a:pPr>
              <a:defRPr sz="2200"/>
            </a:pPr>
            <a:r>
              <a:t>• Built using Oracle SQL and PL/SQL.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Manual church records are inefficient.</a:t>
            </a:r>
          </a:p>
          <a:p>
            <a:pPr>
              <a:defRPr sz="2200"/>
            </a:pPr>
            <a:r>
              <a:t>• Need secure, centralized data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Register members</a:t>
            </a:r>
          </a:p>
          <a:p>
            <a:pPr>
              <a:defRPr sz="2200"/>
            </a:pPr>
            <a:r>
              <a:t>• Manage ministries</a:t>
            </a:r>
          </a:p>
          <a:p>
            <a:pPr>
              <a:defRPr sz="2200"/>
            </a:pPr>
            <a:r>
              <a:t>• Organize events</a:t>
            </a:r>
          </a:p>
          <a:p>
            <a:pPr>
              <a:defRPr sz="2200"/>
            </a:pPr>
            <a:r>
              <a:t>• Record attendance</a:t>
            </a:r>
          </a:p>
          <a:p>
            <a:pPr>
              <a:defRPr sz="2200"/>
            </a:pPr>
            <a:r>
              <a:t>• Track donations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ER Diagram (insert your ER diagram image here)</a:t>
            </a:r>
          </a:p>
          <a:p>
            <a:pPr>
              <a:defRPr sz="2200"/>
            </a:pPr>
            <a:r>
              <a:t>• Main tables: Members, Ministries, Membership, Events, Attendance, Donations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Created tables</a:t>
            </a:r>
          </a:p>
          <a:p>
            <a:pPr>
              <a:defRPr sz="2200"/>
            </a:pPr>
            <a:r>
              <a:t>• Inserted sample data</a:t>
            </a:r>
          </a:p>
          <a:p>
            <a:pPr>
              <a:defRPr sz="2200"/>
            </a:pPr>
            <a:r>
              <a:t>• Established primary and foreign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Procedure</a:t>
            </a:r>
          </a:p>
          <a:p>
            <a:pPr>
              <a:defRPr sz="2200"/>
            </a:pPr>
            <a:r>
              <a:t>• Function</a:t>
            </a:r>
          </a:p>
          <a:p>
            <a:pPr>
              <a:defRPr sz="2200"/>
            </a:pPr>
            <a:r>
              <a:t>• Package</a:t>
            </a:r>
          </a:p>
          <a:p>
            <a:pPr>
              <a:defRPr sz="2200"/>
            </a:pPr>
            <a:r>
              <a:t>• Cursor</a:t>
            </a:r>
          </a:p>
          <a:p>
            <a:pPr>
              <a:defRPr sz="2200"/>
            </a:pPr>
            <a:r>
              <a:t>•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Simple Trigger</a:t>
            </a:r>
          </a:p>
          <a:p>
            <a:pPr>
              <a:defRPr sz="2200"/>
            </a:pPr>
            <a:r>
              <a:t>• Compound Trigger</a:t>
            </a:r>
          </a:p>
          <a:p>
            <a:pPr>
              <a:defRPr sz="2200"/>
            </a:pPr>
            <a:r>
              <a:t>• Audit Log</a:t>
            </a:r>
          </a:p>
          <a:p>
            <a:pPr>
              <a:defRPr sz="2200"/>
            </a:pPr>
            <a:r>
              <a:t>• User Activity Tracking</a:t>
            </a:r>
          </a:p>
          <a:p>
            <a:pPr>
              <a:defRPr sz="2200"/>
            </a:pPr>
            <a:r>
              <a:t>• Security Restriction Trigger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Successful queries</a:t>
            </a:r>
          </a:p>
          <a:p>
            <a:pPr>
              <a:defRPr sz="2200"/>
            </a:pPr>
            <a:r>
              <a:t>• Tested procedures/functions</a:t>
            </a:r>
          </a:p>
          <a:p>
            <a:pPr>
              <a:defRPr sz="2200"/>
            </a:pPr>
            <a:r>
              <a:t>• Verified trigger outputs</a:t>
            </a:r>
          </a:p>
          <a:p>
            <a:pPr>
              <a:defRPr sz="2200"/>
            </a:pPr>
            <a:r>
              <a:t>• (Insert screenshots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Objectives achieved.</a:t>
            </a:r>
          </a:p>
          <a:p>
            <a:pPr>
              <a:defRPr sz="2200"/>
            </a:pPr>
            <a:r>
              <a:t>• Secure Oracle database implemented.</a:t>
            </a:r>
          </a:p>
          <a:p>
            <a:pPr>
              <a:defRPr sz="2200"/>
            </a:pPr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Church Management System</vt:lpstr>
      <vt:lpstr>Introduction</vt:lpstr>
      <vt:lpstr>Problem Statement</vt:lpstr>
      <vt:lpstr>Business Process</vt:lpstr>
      <vt:lpstr>Database Design</vt:lpstr>
      <vt:lpstr>Implementation</vt:lpstr>
      <vt:lpstr>PL/SQL Features</vt:lpstr>
      <vt:lpstr>Advanced Features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Church Management System</dc:title>
  <dc:subject/>
  <dc:creator/>
  <cp:keywords/>
  <dc:description>generated using python-pptx</dc:description>
  <cp:lastModifiedBy>Marvelous R. Sarkor</cp:lastModifiedBy>
  <cp:revision>2</cp:revision>
  <dcterms:created xsi:type="dcterms:W3CDTF">2013-01-27T09:14:16Z</dcterms:created>
  <dcterms:modified xsi:type="dcterms:W3CDTF">2026-07-14T09:44:13Z</dcterms:modified>
  <cp:category/>
</cp:coreProperties>
</file>